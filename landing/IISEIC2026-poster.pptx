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0024"/>
    <a:srgbClr val="FFC9D2"/>
    <a:srgbClr val="0ABCF8"/>
    <a:srgbClr val="9EE3FC"/>
    <a:srgbClr val="074F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834" y="-60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154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EBD49496-FD07-4258-B9E3-55D296170B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095872A1-33AB-4E63-ABDA-1A83A1C74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570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  <a:prstGeom prst="rect">
            <a:avLst/>
          </a:prstGeom>
        </p:spPr>
        <p:txBody>
          <a:bodyPr anchor="b"/>
          <a:lstStyle>
            <a:lvl1pPr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EBD49496-FD07-4258-B9E3-55D296170B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095872A1-33AB-4E63-ABDA-1A83A1C74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54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EBD49496-FD07-4258-B9E3-55D296170B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095872A1-33AB-4E63-ABDA-1A83A1C74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0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EBD49496-FD07-4258-B9E3-55D296170B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095872A1-33AB-4E63-ABDA-1A83A1C74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76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EBD49496-FD07-4258-B9E3-55D296170B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095872A1-33AB-4E63-ABDA-1A83A1C74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6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EBD49496-FD07-4258-B9E3-55D296170B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095872A1-33AB-4E63-ABDA-1A83A1C74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95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  <a:prstGeom prst="rect">
            <a:avLst/>
          </a:prstGeo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  <a:prstGeom prst="rect">
            <a:avLst/>
          </a:prstGeo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EBD49496-FD07-4258-B9E3-55D296170B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095872A1-33AB-4E63-ABDA-1A83A1C74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1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  <a:prstGeom prst="rect">
            <a:avLst/>
          </a:prstGeo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EBD49496-FD07-4258-B9E3-55D296170B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095872A1-33AB-4E63-ABDA-1A83A1C74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79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EBD49496-FD07-4258-B9E3-55D296170B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095872A1-33AB-4E63-ABDA-1A83A1C74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49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EBD49496-FD07-4258-B9E3-55D296170BF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095872A1-33AB-4E63-ABDA-1A83A1C74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213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446AD8-A65F-9AB0-F01C-FA7A3133F19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"/>
            <a:ext cx="21383625" cy="3027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252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C01E8FD-BE44-403D-BF7D-80897760258A}"/>
              </a:ext>
            </a:extLst>
          </p:cNvPr>
          <p:cNvSpPr/>
          <p:nvPr/>
        </p:nvSpPr>
        <p:spPr>
          <a:xfrm>
            <a:off x="360948" y="7343560"/>
            <a:ext cx="3657600" cy="3657600"/>
          </a:xfrm>
          <a:prstGeom prst="ellipse">
            <a:avLst/>
          </a:prstGeom>
          <a:solidFill>
            <a:srgbClr val="0AB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F7DCE-E02F-4E40-9CAB-57227B472074}"/>
              </a:ext>
            </a:extLst>
          </p:cNvPr>
          <p:cNvSpPr/>
          <p:nvPr/>
        </p:nvSpPr>
        <p:spPr>
          <a:xfrm>
            <a:off x="4195967" y="7355502"/>
            <a:ext cx="68238" cy="3657600"/>
          </a:xfrm>
          <a:prstGeom prst="rect">
            <a:avLst/>
          </a:prstGeom>
          <a:solidFill>
            <a:srgbClr val="0AB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7976CB-6CA6-4A32-A32E-356B720C2EF5}"/>
              </a:ext>
            </a:extLst>
          </p:cNvPr>
          <p:cNvSpPr/>
          <p:nvPr/>
        </p:nvSpPr>
        <p:spPr>
          <a:xfrm>
            <a:off x="4195967" y="8720278"/>
            <a:ext cx="6223379" cy="682388"/>
          </a:xfrm>
          <a:prstGeom prst="rect">
            <a:avLst/>
          </a:prstGeom>
          <a:solidFill>
            <a:srgbClr val="0AB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FAC8C7-FB61-40A2-8284-6E19B0647C09}"/>
              </a:ext>
            </a:extLst>
          </p:cNvPr>
          <p:cNvSpPr/>
          <p:nvPr/>
        </p:nvSpPr>
        <p:spPr>
          <a:xfrm>
            <a:off x="4195967" y="10065720"/>
            <a:ext cx="6223379" cy="682388"/>
          </a:xfrm>
          <a:prstGeom prst="rect">
            <a:avLst/>
          </a:prstGeom>
          <a:solidFill>
            <a:srgbClr val="0AB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2F1F04-1AED-4E66-9FB5-4CC8EE23EDF7}"/>
              </a:ext>
            </a:extLst>
          </p:cNvPr>
          <p:cNvSpPr txBox="1"/>
          <p:nvPr/>
        </p:nvSpPr>
        <p:spPr>
          <a:xfrm>
            <a:off x="4414333" y="7723991"/>
            <a:ext cx="6005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ABC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#1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5A65B4-B013-41B3-A30A-6792CCBC4DF2}"/>
              </a:ext>
            </a:extLst>
          </p:cNvPr>
          <p:cNvSpPr txBox="1"/>
          <p:nvPr/>
        </p:nvSpPr>
        <p:spPr>
          <a:xfrm>
            <a:off x="4414332" y="8710210"/>
            <a:ext cx="6005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D9D72C-6D56-4BA3-AF25-5D0B4477CAAD}"/>
              </a:ext>
            </a:extLst>
          </p:cNvPr>
          <p:cNvSpPr txBox="1"/>
          <p:nvPr/>
        </p:nvSpPr>
        <p:spPr>
          <a:xfrm>
            <a:off x="4414332" y="10065720"/>
            <a:ext cx="6005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Details: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3DB4E3-EBD7-4767-B2A7-91E12D94B61C}"/>
              </a:ext>
            </a:extLst>
          </p:cNvPr>
          <p:cNvSpPr txBox="1"/>
          <p:nvPr/>
        </p:nvSpPr>
        <p:spPr>
          <a:xfrm>
            <a:off x="4414331" y="9402666"/>
            <a:ext cx="6005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0ABC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Affliations</a:t>
            </a:r>
            <a:r>
              <a:rPr lang="en-US" sz="3600" b="1" dirty="0">
                <a:solidFill>
                  <a:srgbClr val="0ABC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0E420A-353B-4201-A12B-0087A372BF63}"/>
              </a:ext>
            </a:extLst>
          </p:cNvPr>
          <p:cNvSpPr/>
          <p:nvPr/>
        </p:nvSpPr>
        <p:spPr>
          <a:xfrm>
            <a:off x="471267" y="7453879"/>
            <a:ext cx="3436962" cy="3436962"/>
          </a:xfrm>
          <a:prstGeom prst="ellipse">
            <a:avLst/>
          </a:prstGeom>
          <a:solidFill>
            <a:srgbClr val="074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A48A3B-BD8D-4E8C-B0E4-5EE85B85BD4C}"/>
              </a:ext>
            </a:extLst>
          </p:cNvPr>
          <p:cNvSpPr/>
          <p:nvPr/>
        </p:nvSpPr>
        <p:spPr>
          <a:xfrm>
            <a:off x="10836442" y="7357994"/>
            <a:ext cx="3657600" cy="3657600"/>
          </a:xfrm>
          <a:prstGeom prst="ellipse">
            <a:avLst/>
          </a:prstGeom>
          <a:solidFill>
            <a:srgbClr val="0AB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A7DE02-1F67-4409-9738-10C4F3473FD3}"/>
              </a:ext>
            </a:extLst>
          </p:cNvPr>
          <p:cNvSpPr/>
          <p:nvPr/>
        </p:nvSpPr>
        <p:spPr>
          <a:xfrm>
            <a:off x="14671461" y="7369936"/>
            <a:ext cx="68238" cy="3657600"/>
          </a:xfrm>
          <a:prstGeom prst="rect">
            <a:avLst/>
          </a:prstGeom>
          <a:solidFill>
            <a:srgbClr val="0AB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347EF2-314F-4D04-870C-C2B6634E9AED}"/>
              </a:ext>
            </a:extLst>
          </p:cNvPr>
          <p:cNvSpPr/>
          <p:nvPr/>
        </p:nvSpPr>
        <p:spPr>
          <a:xfrm>
            <a:off x="14671461" y="8734712"/>
            <a:ext cx="6223379" cy="682388"/>
          </a:xfrm>
          <a:prstGeom prst="rect">
            <a:avLst/>
          </a:prstGeom>
          <a:solidFill>
            <a:srgbClr val="0AB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DACD0-9221-4E6C-AAFF-D01C9E1491CB}"/>
              </a:ext>
            </a:extLst>
          </p:cNvPr>
          <p:cNvSpPr/>
          <p:nvPr/>
        </p:nvSpPr>
        <p:spPr>
          <a:xfrm>
            <a:off x="14671461" y="10080154"/>
            <a:ext cx="6223379" cy="682388"/>
          </a:xfrm>
          <a:prstGeom prst="rect">
            <a:avLst/>
          </a:prstGeom>
          <a:solidFill>
            <a:srgbClr val="0AB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E09B31-8023-4B10-B11C-C6CB8B88EE20}"/>
              </a:ext>
            </a:extLst>
          </p:cNvPr>
          <p:cNvSpPr txBox="1"/>
          <p:nvPr/>
        </p:nvSpPr>
        <p:spPr>
          <a:xfrm>
            <a:off x="14889827" y="7738425"/>
            <a:ext cx="6005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ABC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#2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C8FE2E-6B92-42CE-AF5C-5ECA3951AC85}"/>
              </a:ext>
            </a:extLst>
          </p:cNvPr>
          <p:cNvSpPr txBox="1"/>
          <p:nvPr/>
        </p:nvSpPr>
        <p:spPr>
          <a:xfrm>
            <a:off x="14889826" y="8724644"/>
            <a:ext cx="6005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9D7337-91F2-44B8-8036-B1595B868A87}"/>
              </a:ext>
            </a:extLst>
          </p:cNvPr>
          <p:cNvSpPr txBox="1"/>
          <p:nvPr/>
        </p:nvSpPr>
        <p:spPr>
          <a:xfrm>
            <a:off x="14889826" y="10080154"/>
            <a:ext cx="6005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Details: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55626F-8FBA-46AC-B096-60709C56E341}"/>
              </a:ext>
            </a:extLst>
          </p:cNvPr>
          <p:cNvSpPr txBox="1"/>
          <p:nvPr/>
        </p:nvSpPr>
        <p:spPr>
          <a:xfrm>
            <a:off x="14889825" y="9417100"/>
            <a:ext cx="6005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0ABC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Affliations</a:t>
            </a:r>
            <a:r>
              <a:rPr lang="en-US" sz="3600" b="1" dirty="0">
                <a:solidFill>
                  <a:srgbClr val="0ABC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340103E-2232-4039-B5DC-A5641B791417}"/>
              </a:ext>
            </a:extLst>
          </p:cNvPr>
          <p:cNvSpPr/>
          <p:nvPr/>
        </p:nvSpPr>
        <p:spPr>
          <a:xfrm>
            <a:off x="10946761" y="7468313"/>
            <a:ext cx="3436962" cy="3436962"/>
          </a:xfrm>
          <a:prstGeom prst="ellipse">
            <a:avLst/>
          </a:prstGeom>
          <a:solidFill>
            <a:srgbClr val="074F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D377AA-E2BA-4D52-BC85-A682883CAB15}"/>
              </a:ext>
            </a:extLst>
          </p:cNvPr>
          <p:cNvSpPr txBox="1"/>
          <p:nvPr/>
        </p:nvSpPr>
        <p:spPr>
          <a:xfrm>
            <a:off x="1123950" y="5171228"/>
            <a:ext cx="19115112" cy="171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POSTER TITLE</a:t>
            </a:r>
          </a:p>
          <a:p>
            <a:pPr algn="ctr">
              <a:lnSpc>
                <a:spcPct val="80000"/>
              </a:lnSpc>
            </a:pPr>
            <a:r>
              <a:rPr lang="en-U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</a:t>
            </a:r>
          </a:p>
          <a:p>
            <a:pPr algn="ctr">
              <a:lnSpc>
                <a:spcPct val="80000"/>
              </a:lnSpc>
            </a:pPr>
            <a:r>
              <a:rPr lang="en-U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969ADD-4D38-4A67-ABF9-0B9D179BFBDE}"/>
              </a:ext>
            </a:extLst>
          </p:cNvPr>
          <p:cNvSpPr/>
          <p:nvPr/>
        </p:nvSpPr>
        <p:spPr>
          <a:xfrm>
            <a:off x="0" y="11644797"/>
            <a:ext cx="10218320" cy="3681064"/>
          </a:xfrm>
          <a:prstGeom prst="rect">
            <a:avLst/>
          </a:prstGeom>
          <a:solidFill>
            <a:srgbClr val="9EE3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DB550C-AEA6-45B1-BE68-8D7EB85AA564}"/>
              </a:ext>
            </a:extLst>
          </p:cNvPr>
          <p:cNvSpPr/>
          <p:nvPr/>
        </p:nvSpPr>
        <p:spPr>
          <a:xfrm>
            <a:off x="0" y="11282395"/>
            <a:ext cx="4414331" cy="682388"/>
          </a:xfrm>
          <a:prstGeom prst="rect">
            <a:avLst/>
          </a:prstGeom>
          <a:solidFill>
            <a:srgbClr val="0AB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6D0D65-1B4C-4030-B028-7EF85B128168}"/>
              </a:ext>
            </a:extLst>
          </p:cNvPr>
          <p:cNvSpPr txBox="1"/>
          <p:nvPr/>
        </p:nvSpPr>
        <p:spPr>
          <a:xfrm>
            <a:off x="471268" y="11272327"/>
            <a:ext cx="3943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402EBF-F119-439A-88E4-95F994527F31}"/>
              </a:ext>
            </a:extLst>
          </p:cNvPr>
          <p:cNvSpPr txBox="1"/>
          <p:nvPr/>
        </p:nvSpPr>
        <p:spPr>
          <a:xfrm>
            <a:off x="471268" y="12065172"/>
            <a:ext cx="3943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BC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B70187-3F82-46F3-A373-BBCE8619C3B2}"/>
              </a:ext>
            </a:extLst>
          </p:cNvPr>
          <p:cNvSpPr/>
          <p:nvPr/>
        </p:nvSpPr>
        <p:spPr>
          <a:xfrm>
            <a:off x="0" y="15996439"/>
            <a:ext cx="10218320" cy="3681064"/>
          </a:xfrm>
          <a:prstGeom prst="rect">
            <a:avLst/>
          </a:prstGeom>
          <a:solidFill>
            <a:srgbClr val="9EE3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72505F-2DE1-4F88-9900-5111E53A9DAD}"/>
              </a:ext>
            </a:extLst>
          </p:cNvPr>
          <p:cNvSpPr/>
          <p:nvPr/>
        </p:nvSpPr>
        <p:spPr>
          <a:xfrm>
            <a:off x="0" y="15634037"/>
            <a:ext cx="6858000" cy="682388"/>
          </a:xfrm>
          <a:prstGeom prst="rect">
            <a:avLst/>
          </a:prstGeom>
          <a:solidFill>
            <a:srgbClr val="0AB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154B5C-60C2-416B-9749-C3C0B4B84991}"/>
              </a:ext>
            </a:extLst>
          </p:cNvPr>
          <p:cNvSpPr txBox="1"/>
          <p:nvPr/>
        </p:nvSpPr>
        <p:spPr>
          <a:xfrm>
            <a:off x="471267" y="15623969"/>
            <a:ext cx="6386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1D7AEA-9D61-47A9-A75D-2FA5DF1388BC}"/>
              </a:ext>
            </a:extLst>
          </p:cNvPr>
          <p:cNvSpPr txBox="1"/>
          <p:nvPr/>
        </p:nvSpPr>
        <p:spPr>
          <a:xfrm>
            <a:off x="471268" y="16416814"/>
            <a:ext cx="3943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BC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AAEF176-B154-49FA-8317-6BFC68147C0D}"/>
              </a:ext>
            </a:extLst>
          </p:cNvPr>
          <p:cNvSpPr/>
          <p:nvPr/>
        </p:nvSpPr>
        <p:spPr>
          <a:xfrm>
            <a:off x="0" y="20331323"/>
            <a:ext cx="10218320" cy="3681064"/>
          </a:xfrm>
          <a:prstGeom prst="rect">
            <a:avLst/>
          </a:prstGeom>
          <a:solidFill>
            <a:srgbClr val="9EE3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11E00CC-678C-44AF-92B3-A98CF85B3312}"/>
              </a:ext>
            </a:extLst>
          </p:cNvPr>
          <p:cNvSpPr/>
          <p:nvPr/>
        </p:nvSpPr>
        <p:spPr>
          <a:xfrm>
            <a:off x="0" y="19968921"/>
            <a:ext cx="5334000" cy="682388"/>
          </a:xfrm>
          <a:prstGeom prst="rect">
            <a:avLst/>
          </a:prstGeom>
          <a:solidFill>
            <a:srgbClr val="0AB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E187E3-17C6-42DB-B3ED-2477F0B48935}"/>
              </a:ext>
            </a:extLst>
          </p:cNvPr>
          <p:cNvSpPr txBox="1"/>
          <p:nvPr/>
        </p:nvSpPr>
        <p:spPr>
          <a:xfrm>
            <a:off x="471268" y="19958853"/>
            <a:ext cx="3943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484E27-5D88-4A4C-ABFA-46453D57C062}"/>
              </a:ext>
            </a:extLst>
          </p:cNvPr>
          <p:cNvSpPr txBox="1"/>
          <p:nvPr/>
        </p:nvSpPr>
        <p:spPr>
          <a:xfrm>
            <a:off x="471268" y="20751698"/>
            <a:ext cx="3943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BC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55F1C-495A-4CB8-93B2-AE05EBDD89AD}"/>
              </a:ext>
            </a:extLst>
          </p:cNvPr>
          <p:cNvSpPr/>
          <p:nvPr/>
        </p:nvSpPr>
        <p:spPr>
          <a:xfrm>
            <a:off x="0" y="24666207"/>
            <a:ext cx="10218320" cy="3681064"/>
          </a:xfrm>
          <a:prstGeom prst="rect">
            <a:avLst/>
          </a:prstGeom>
          <a:solidFill>
            <a:srgbClr val="9EE3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E3BDA7-B409-44A3-9772-32C670BB7E7F}"/>
              </a:ext>
            </a:extLst>
          </p:cNvPr>
          <p:cNvSpPr/>
          <p:nvPr/>
        </p:nvSpPr>
        <p:spPr>
          <a:xfrm>
            <a:off x="0" y="24303805"/>
            <a:ext cx="8229600" cy="1200328"/>
          </a:xfrm>
          <a:prstGeom prst="rect">
            <a:avLst/>
          </a:prstGeom>
          <a:solidFill>
            <a:srgbClr val="0ABC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94BA60-AAE0-444B-9168-DBD89456A996}"/>
              </a:ext>
            </a:extLst>
          </p:cNvPr>
          <p:cNvSpPr txBox="1"/>
          <p:nvPr/>
        </p:nvSpPr>
        <p:spPr>
          <a:xfrm>
            <a:off x="471268" y="24293737"/>
            <a:ext cx="80440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IMPACTS/NOVELTY/INNOVATION/</a:t>
            </a:r>
          </a:p>
          <a:p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DISCOVERY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E8B45D-B358-4571-993C-B796D72DAA08}"/>
              </a:ext>
            </a:extLst>
          </p:cNvPr>
          <p:cNvSpPr txBox="1"/>
          <p:nvPr/>
        </p:nvSpPr>
        <p:spPr>
          <a:xfrm>
            <a:off x="471268" y="25712226"/>
            <a:ext cx="3943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BC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C9F256F-1C44-44CC-A423-A088EEE95B64}"/>
              </a:ext>
            </a:extLst>
          </p:cNvPr>
          <p:cNvSpPr/>
          <p:nvPr/>
        </p:nvSpPr>
        <p:spPr>
          <a:xfrm>
            <a:off x="11165305" y="11644797"/>
            <a:ext cx="10218320" cy="3681064"/>
          </a:xfrm>
          <a:prstGeom prst="rect">
            <a:avLst/>
          </a:prstGeom>
          <a:solidFill>
            <a:srgbClr val="FFC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2DA0A1B-122B-4418-B0D5-8838575495CD}"/>
              </a:ext>
            </a:extLst>
          </p:cNvPr>
          <p:cNvSpPr/>
          <p:nvPr/>
        </p:nvSpPr>
        <p:spPr>
          <a:xfrm>
            <a:off x="16387012" y="11282395"/>
            <a:ext cx="4996614" cy="682388"/>
          </a:xfrm>
          <a:prstGeom prst="rect">
            <a:avLst/>
          </a:prstGeom>
          <a:solidFill>
            <a:srgbClr val="DD00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C7F082-53F6-419F-B613-48BBA757D8F2}"/>
              </a:ext>
            </a:extLst>
          </p:cNvPr>
          <p:cNvSpPr txBox="1"/>
          <p:nvPr/>
        </p:nvSpPr>
        <p:spPr>
          <a:xfrm>
            <a:off x="16674019" y="11272327"/>
            <a:ext cx="4414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METHODOLOGIES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44D7F77-63CE-4177-8F23-92E394F33AAB}"/>
              </a:ext>
            </a:extLst>
          </p:cNvPr>
          <p:cNvSpPr txBox="1"/>
          <p:nvPr/>
        </p:nvSpPr>
        <p:spPr>
          <a:xfrm>
            <a:off x="13110942" y="12065172"/>
            <a:ext cx="79774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DD00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5C2C6B7-6FDA-4952-9D42-C0D1BC1B8DD2}"/>
              </a:ext>
            </a:extLst>
          </p:cNvPr>
          <p:cNvSpPr/>
          <p:nvPr/>
        </p:nvSpPr>
        <p:spPr>
          <a:xfrm>
            <a:off x="11165305" y="15956450"/>
            <a:ext cx="10218320" cy="7244369"/>
          </a:xfrm>
          <a:prstGeom prst="rect">
            <a:avLst/>
          </a:prstGeom>
          <a:solidFill>
            <a:srgbClr val="FFC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ED40D6-2967-48F1-AB0A-689703E93D56}"/>
              </a:ext>
            </a:extLst>
          </p:cNvPr>
          <p:cNvSpPr/>
          <p:nvPr/>
        </p:nvSpPr>
        <p:spPr>
          <a:xfrm>
            <a:off x="12639676" y="15594049"/>
            <a:ext cx="8743950" cy="1733352"/>
          </a:xfrm>
          <a:prstGeom prst="rect">
            <a:avLst/>
          </a:prstGeom>
          <a:solidFill>
            <a:srgbClr val="DD00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381A3E-252D-4935-BD3A-BB8E67DF8132}"/>
              </a:ext>
            </a:extLst>
          </p:cNvPr>
          <p:cNvSpPr txBox="1"/>
          <p:nvPr/>
        </p:nvSpPr>
        <p:spPr>
          <a:xfrm>
            <a:off x="12639675" y="15583981"/>
            <a:ext cx="84486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VISUALISATION/POTENTIAL APPLICATION/COMMERCIALIZATION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6A4475-F569-4861-8457-88B8B857141F}"/>
              </a:ext>
            </a:extLst>
          </p:cNvPr>
          <p:cNvSpPr txBox="1"/>
          <p:nvPr/>
        </p:nvSpPr>
        <p:spPr>
          <a:xfrm>
            <a:off x="13110943" y="17555920"/>
            <a:ext cx="7977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DD00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69BFF45-2FDF-4DA4-90FE-812F421D1286}"/>
              </a:ext>
            </a:extLst>
          </p:cNvPr>
          <p:cNvSpPr/>
          <p:nvPr/>
        </p:nvSpPr>
        <p:spPr>
          <a:xfrm>
            <a:off x="11165305" y="23829449"/>
            <a:ext cx="10218320" cy="4517822"/>
          </a:xfrm>
          <a:prstGeom prst="rect">
            <a:avLst/>
          </a:prstGeom>
          <a:solidFill>
            <a:srgbClr val="FFC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94FA5E3-FF7B-4FC4-A1D8-D49248B02E1C}"/>
              </a:ext>
            </a:extLst>
          </p:cNvPr>
          <p:cNvSpPr/>
          <p:nvPr/>
        </p:nvSpPr>
        <p:spPr>
          <a:xfrm>
            <a:off x="13685420" y="23467046"/>
            <a:ext cx="7698205" cy="1190261"/>
          </a:xfrm>
          <a:prstGeom prst="rect">
            <a:avLst/>
          </a:prstGeom>
          <a:solidFill>
            <a:srgbClr val="DD00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80302F5-D6D8-46F9-9755-F872FBBA7574}"/>
              </a:ext>
            </a:extLst>
          </p:cNvPr>
          <p:cNvSpPr txBox="1"/>
          <p:nvPr/>
        </p:nvSpPr>
        <p:spPr>
          <a:xfrm>
            <a:off x="13980695" y="23456979"/>
            <a:ext cx="71076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ACHIEVEMENT/RECOGNITION/AWARD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70153A-FA22-4FDC-A944-6F14DE47B56D}"/>
              </a:ext>
            </a:extLst>
          </p:cNvPr>
          <p:cNvSpPr txBox="1"/>
          <p:nvPr/>
        </p:nvSpPr>
        <p:spPr>
          <a:xfrm>
            <a:off x="13110943" y="24827335"/>
            <a:ext cx="7977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DD00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8AA972-B38F-FED9-EF37-307BF2786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" y="7374006"/>
            <a:ext cx="4192161" cy="36205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71A54D6-0DAF-530E-69F4-694F8ADDE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161" y="7380953"/>
            <a:ext cx="4192161" cy="362059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33185A6-27C5-FB88-A4EB-3351FBA1DA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5241" y="17370756"/>
            <a:ext cx="2414338" cy="305425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B7352885-B568-EDAC-0214-D39161DE3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2456" y="17370756"/>
            <a:ext cx="2414338" cy="3054254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068576F-C3C1-B848-9DE5-B77C7F1915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5241" y="20221524"/>
            <a:ext cx="2414338" cy="305425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7A7698D0-0433-5F62-93BB-52EC076571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2456" y="20221524"/>
            <a:ext cx="2414338" cy="305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296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55</Words>
  <Application>Microsoft Office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Nas Aziz</cp:lastModifiedBy>
  <cp:revision>11</cp:revision>
  <dcterms:created xsi:type="dcterms:W3CDTF">2026-04-01T09:24:44Z</dcterms:created>
  <dcterms:modified xsi:type="dcterms:W3CDTF">2026-04-02T16:39:07Z</dcterms:modified>
</cp:coreProperties>
</file>